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EXERCISE 1 – </a:t>
            </a:r>
            <a:r>
              <a:rPr lang="fr-FR" dirty="0" err="1"/>
              <a:t>Identify</a:t>
            </a:r>
            <a:r>
              <a:rPr lang="fr-FR" dirty="0"/>
              <a:t> Flex Containers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579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+root-container</a:t>
            </a:r>
          </a:p>
          <a:p>
            <a:pPr lvl="0"/>
            <a:r>
              <a:rPr lang="en-US" dirty="0"/>
              <a:t>  -Display: flex</a:t>
            </a:r>
          </a:p>
          <a:p>
            <a:pPr lvl="0"/>
            <a:r>
              <a:rPr lang="en-US" dirty="0"/>
              <a:t>  -Flex-direction: column</a:t>
            </a:r>
          </a:p>
          <a:p>
            <a:pPr lvl="0"/>
            <a:r>
              <a:rPr lang="en-US" dirty="0"/>
              <a:t>  -height:100vh</a:t>
            </a:r>
          </a:p>
          <a:p>
            <a:pPr lvl="0"/>
            <a:r>
              <a:rPr lang="en-US" dirty="0"/>
              <a:t>+nav-container</a:t>
            </a:r>
          </a:p>
          <a:p>
            <a:pPr lvl="0"/>
            <a:r>
              <a:rPr lang="en-US" dirty="0"/>
              <a:t>-</a:t>
            </a:r>
            <a:r>
              <a:rPr lang="en-US" dirty="0" err="1"/>
              <a:t>display:flex</a:t>
            </a:r>
            <a:endParaRPr lang="en-US" dirty="0"/>
          </a:p>
          <a:p>
            <a:pPr lvl="0"/>
            <a:r>
              <a:rPr lang="en-US" dirty="0"/>
              <a:t>-</a:t>
            </a:r>
            <a:r>
              <a:rPr lang="en-US" dirty="0" err="1"/>
              <a:t>flex-direction:column</a:t>
            </a:r>
            <a:r>
              <a:rPr lang="en-US" dirty="0"/>
              <a:t>;</a:t>
            </a:r>
          </a:p>
          <a:p>
            <a:pPr lvl="0"/>
            <a:r>
              <a:rPr lang="en-US" dirty="0"/>
              <a:t>-height:100vh;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1487AD-159B-85C4-B38B-AB6854B007C4}"/>
              </a:ext>
            </a:extLst>
          </p:cNvPr>
          <p:cNvSpPr txBox="1"/>
          <p:nvPr/>
        </p:nvSpPr>
        <p:spPr>
          <a:xfrm>
            <a:off x="812289" y="462012"/>
            <a:ext cx="10940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err="1"/>
              <a:t>Exercise</a:t>
            </a:r>
            <a:r>
              <a:rPr lang="fr-FR" sz="4800" dirty="0"/>
              <a:t> 1 – Flex Container Identification</a:t>
            </a:r>
            <a:endParaRPr 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1A2EA-E283-1D8F-25F1-2B1483AEDC61}"/>
              </a:ext>
            </a:extLst>
          </p:cNvPr>
          <p:cNvSpPr txBox="1"/>
          <p:nvPr/>
        </p:nvSpPr>
        <p:spPr>
          <a:xfrm>
            <a:off x="812289" y="1720840"/>
            <a:ext cx="47703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1. Root Container</a:t>
            </a:r>
          </a:p>
          <a:p>
            <a:r>
              <a:rPr lang="en-US" sz="2400" b="1" dirty="0"/>
              <a:t>Name:</a:t>
            </a:r>
            <a:r>
              <a:rPr lang="en-US" sz="2400" dirty="0"/>
              <a:t>  Div</a:t>
            </a:r>
            <a:br>
              <a:rPr lang="en-US" sz="2400" dirty="0"/>
            </a:br>
            <a:r>
              <a:rPr lang="en-US" sz="2400" b="1" dirty="0"/>
              <a:t>Intention:</a:t>
            </a:r>
            <a:r>
              <a:rPr lang="en-US" sz="2400" dirty="0"/>
              <a:t> This is the top-level container that wraps the entire page.</a:t>
            </a:r>
            <a:br>
              <a:rPr lang="en-US" sz="2400" dirty="0"/>
            </a:br>
            <a:r>
              <a:rPr lang="en-US" sz="2400" b="1" dirty="0"/>
              <a:t>Description: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takes up the full screen height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organizes the layout vertically from top to bottom.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contains three main parts: the navigation bar, the header, and the content area.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4CBF7-D98D-C1DC-6444-4C0FCB5B040B}"/>
              </a:ext>
            </a:extLst>
          </p:cNvPr>
          <p:cNvSpPr txBox="1"/>
          <p:nvPr/>
        </p:nvSpPr>
        <p:spPr>
          <a:xfrm>
            <a:off x="6096000" y="1725175"/>
            <a:ext cx="495484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2. Navigation Section</a:t>
            </a:r>
          </a:p>
          <a:p>
            <a:r>
              <a:rPr lang="en-US" sz="2400" b="1" dirty="0"/>
              <a:t>Name:</a:t>
            </a:r>
            <a:r>
              <a:rPr lang="en-US" sz="2400" dirty="0"/>
              <a:t> Navigation Container</a:t>
            </a:r>
            <a:br>
              <a:rPr lang="en-US" sz="2400" dirty="0"/>
            </a:br>
            <a:r>
              <a:rPr lang="en-US" sz="2400" b="1" dirty="0"/>
              <a:t>Intention :</a:t>
            </a:r>
            <a:r>
              <a:rPr lang="en-US" sz="2400" dirty="0"/>
              <a:t> The very top part of the page that includes the site name or logo, menu, and user profile.</a:t>
            </a:r>
            <a:br>
              <a:rPr lang="en-US" sz="2400" dirty="0"/>
            </a:br>
            <a:r>
              <a:rPr lang="en-US" sz="2400" b="1" dirty="0"/>
              <a:t>Description: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is a horizontal container that arranges items in one row.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appears fixed at the top and does not expand vertically.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focuses on spacing items left and right.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7B67-A4B1-C2CC-7270-399E4188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756F94-BE78-9750-3029-4B1505C74244}"/>
              </a:ext>
            </a:extLst>
          </p:cNvPr>
          <p:cNvSpPr txBox="1"/>
          <p:nvPr/>
        </p:nvSpPr>
        <p:spPr>
          <a:xfrm>
            <a:off x="812289" y="462012"/>
            <a:ext cx="10940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err="1"/>
              <a:t>Exercise</a:t>
            </a:r>
            <a:r>
              <a:rPr lang="fr-FR" sz="4800" dirty="0"/>
              <a:t> 1 – Flex Container Identification</a:t>
            </a:r>
            <a:endParaRPr 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0C140-0C62-587A-C9EA-E5E42DB07A03}"/>
              </a:ext>
            </a:extLst>
          </p:cNvPr>
          <p:cNvSpPr txBox="1"/>
          <p:nvPr/>
        </p:nvSpPr>
        <p:spPr>
          <a:xfrm>
            <a:off x="812288" y="1428681"/>
            <a:ext cx="495484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3. Header Section</a:t>
            </a:r>
          </a:p>
          <a:p>
            <a:r>
              <a:rPr lang="en-US" sz="2400" b="1" dirty="0"/>
              <a:t>Name:</a:t>
            </a:r>
            <a:r>
              <a:rPr lang="en-US" sz="2400" dirty="0"/>
              <a:t> Header Container</a:t>
            </a:r>
            <a:br>
              <a:rPr lang="en-US" sz="2400" dirty="0"/>
            </a:br>
            <a:r>
              <a:rPr lang="en-US" sz="2400" b="1" dirty="0"/>
              <a:t>Intention :</a:t>
            </a:r>
            <a:r>
              <a:rPr lang="en-US" sz="2400" dirty="0"/>
              <a:t> The section under the navigation bar that includes tabs or links (for example: “To Review” and “Calendar”).</a:t>
            </a:r>
            <a:br>
              <a:rPr lang="en-US" sz="2400" dirty="0"/>
            </a:br>
            <a:r>
              <a:rPr lang="en-US" sz="2400" b="1" dirty="0"/>
              <a:t>Description: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is also a horizontal container.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is placed just below the navigation bar.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keeps all its items aligned in a single row.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has a fixed height and does not stretch like the content area.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C622E-03E0-56B4-3FB3-BE963E0CFF0A}"/>
              </a:ext>
            </a:extLst>
          </p:cNvPr>
          <p:cNvSpPr txBox="1"/>
          <p:nvPr/>
        </p:nvSpPr>
        <p:spPr>
          <a:xfrm>
            <a:off x="6096000" y="1428681"/>
            <a:ext cx="495484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4. Content Section</a:t>
            </a:r>
          </a:p>
          <a:p>
            <a:r>
              <a:rPr lang="en-US" sz="2400" b="1" dirty="0"/>
              <a:t>Name:</a:t>
            </a:r>
            <a:r>
              <a:rPr lang="en-US" sz="2400" dirty="0"/>
              <a:t> Content Container</a:t>
            </a:r>
            <a:br>
              <a:rPr lang="en-US" sz="2400" dirty="0"/>
            </a:br>
            <a:r>
              <a:rPr lang="en-US" sz="2400" b="1" dirty="0"/>
              <a:t>Intention :</a:t>
            </a:r>
            <a:r>
              <a:rPr lang="en-US" sz="2400" dirty="0"/>
              <a:t> The main area of the page that displays all the classroom cards or items.</a:t>
            </a:r>
            <a:br>
              <a:rPr lang="en-US" sz="2400" dirty="0"/>
            </a:br>
            <a:r>
              <a:rPr lang="en-US" sz="2400" b="1" dirty="0"/>
              <a:t>Description: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This section takes up the remaining vertical space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can grow and shrink depending on the page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Inside this section, each class card is arranged in rows and columns using flex layout ideas.</a:t>
            </a:r>
          </a:p>
        </p:txBody>
      </p:sp>
    </p:spTree>
    <p:extLst>
      <p:ext uri="{BB962C8B-B14F-4D97-AF65-F5344CB8AC3E}">
        <p14:creationId xmlns:p14="http://schemas.microsoft.com/office/powerpoint/2010/main" val="15519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45F15-7B3A-82FC-4C2A-BDD2D0D4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88CCD2-9E5C-C523-6463-EBB676D9A004}"/>
              </a:ext>
            </a:extLst>
          </p:cNvPr>
          <p:cNvSpPr txBox="1"/>
          <p:nvPr/>
        </p:nvSpPr>
        <p:spPr>
          <a:xfrm>
            <a:off x="812289" y="462012"/>
            <a:ext cx="10940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err="1"/>
              <a:t>Exercise</a:t>
            </a:r>
            <a:r>
              <a:rPr lang="fr-FR" sz="4800" dirty="0"/>
              <a:t> 1 – Flex Container Identification</a:t>
            </a:r>
            <a:endParaRPr 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F2B2D-844C-4895-3622-6F6852A16BDE}"/>
              </a:ext>
            </a:extLst>
          </p:cNvPr>
          <p:cNvSpPr txBox="1"/>
          <p:nvPr/>
        </p:nvSpPr>
        <p:spPr>
          <a:xfrm>
            <a:off x="630247" y="1656672"/>
            <a:ext cx="1064735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</a:t>
            </a:r>
            <a:r>
              <a:rPr lang="en-US" sz="2800" b="1" dirty="0"/>
              <a:t>5. Card Items</a:t>
            </a:r>
          </a:p>
          <a:p>
            <a:r>
              <a:rPr lang="en-US" sz="2400" b="1" dirty="0"/>
              <a:t>Name:</a:t>
            </a:r>
            <a:r>
              <a:rPr lang="en-US" sz="2400" dirty="0"/>
              <a:t> Card Container</a:t>
            </a:r>
            <a:br>
              <a:rPr lang="en-US" sz="2400" dirty="0"/>
            </a:br>
            <a:r>
              <a:rPr lang="en-US" sz="2400" b="1" dirty="0"/>
              <a:t>Intention :</a:t>
            </a:r>
            <a:r>
              <a:rPr lang="en-US" sz="2400" dirty="0"/>
              <a:t> Each card represents one classroom.</a:t>
            </a:r>
            <a:br>
              <a:rPr lang="en-US" sz="2400" dirty="0"/>
            </a:br>
            <a:r>
              <a:rPr lang="en-US" sz="2400" dirty="0"/>
              <a:t>+</a:t>
            </a:r>
            <a:r>
              <a:rPr lang="en-US" sz="2400" b="1" dirty="0"/>
              <a:t>Description: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Each card acts as a small flex container for its own content (title, due date, and icons).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Cards are organized next to each other in rows.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When there isn’t enough space in a row, new cards move down to the next line.</a:t>
            </a:r>
          </a:p>
        </p:txBody>
      </p:sp>
    </p:spTree>
    <p:extLst>
      <p:ext uri="{BB962C8B-B14F-4D97-AF65-F5344CB8AC3E}">
        <p14:creationId xmlns:p14="http://schemas.microsoft.com/office/powerpoint/2010/main" val="2914365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392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LENH Sokmean</cp:lastModifiedBy>
  <cp:revision>3</cp:revision>
  <dcterms:created xsi:type="dcterms:W3CDTF">2024-08-04T11:27:57Z</dcterms:created>
  <dcterms:modified xsi:type="dcterms:W3CDTF">2025-11-02T06:09:58Z</dcterms:modified>
</cp:coreProperties>
</file>